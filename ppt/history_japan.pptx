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42A60-FEE1-5B36-93BC-0F1ED2B34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AA8E69-B3C8-751D-8100-03DB5402F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CCFF2B-4C5F-3C5F-47CE-32B648CC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296AD3-90F0-183C-FB10-804CD21A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A82E19-AAC6-80FF-F39C-F1C251E4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80B48-E581-85ED-9AE6-C5AC5F5C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3A79D2-A72F-74D0-8D38-91B221813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F870C-1C66-3FDA-EBBC-C743E921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8AF11B-DE71-0FFE-3C1F-B5C25044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C5D0F2-54C2-C407-41C6-8FEEC4C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38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33A8F0-C709-8CF9-E8E6-7F0F06EB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BC5F71-85C5-A9CC-9BA8-712B84E22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DC187D-EC54-1389-AA19-59A1AF19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9B0074-85D9-5FDE-D9F3-03E51B27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F34AB-DFE0-CAA0-7F61-BB675CE7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43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D561A2-2E3C-99DC-B3B5-381E95FA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977472-85A1-476A-A185-220819FE5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C1AFB7-79F3-3058-CF6B-08DD069EF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102EBB-44AE-8AE0-F992-22727FB5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508E41-9858-73BD-A588-10649471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C41C37-CEB0-7BAA-1A6F-DD82CB27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18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54531-137A-0D9E-84C6-B6545366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72BBB5-1CD3-5A43-EC9C-B13DB3A67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4381F0-FA94-E7CC-EEED-AEEC1F821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71B57F-8CD4-BAEC-CEE5-88702458B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4DDF85D-DFFF-A3F2-B046-F259CA0CE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F4112B-9E6F-4EBE-0A48-4CD4E9D3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9C008F-DBE5-E7EA-DAC7-B65430DC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8D6F9E-10F6-94B4-73F6-9C711890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26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E6023-F958-C157-0E84-41CEB8D0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92B207-9807-A450-B243-7222F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71C64BD-1F11-987D-F40C-C32A1B93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500681-D581-84D9-C1B1-4512B7D7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04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406532A-8BBA-EA5D-9BC8-62328F8F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599429-433C-4C6D-8575-42D1557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827229-A216-5AA2-C869-03C128C0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90EA6A-C286-7657-5711-6262D72A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7B9976-F573-4D12-12EC-1B17E0BC5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72B965-7608-9C21-8D58-74E256A9F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F28F03-421E-FE17-8CD8-365D2C2C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DEC55E-90B0-EB89-0668-0A65B758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D6D484-3525-745D-2CD6-454D30B4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46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590E06-0E67-0F3C-DE2A-4244C548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49EFA7-3FD0-930D-658F-9C8666CC6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A74C5C-94F8-0425-B65B-028DB124B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627E09-6150-D2A5-4A91-8FECCA35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CC0875-D4FC-9435-BCC0-E8BACD1B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64FDB9-4736-1D10-2065-295E8A48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58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CFF0D-82B4-74B1-7A8E-0DC276B0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E7093B-B09B-7CC5-5537-AE92247B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D4FB78-07F1-2DFB-26DC-3D00EAE5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A84D04-27CA-F699-CC4B-347FDDDB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46F8A-ED7B-58BE-3D44-A8601457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88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D9620C-38FB-D8C4-6522-87F6959006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C1779E-14AB-958F-C220-8676B55D4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E8DC49-25CA-240E-84A9-39F36602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2E9E2E-828E-0B29-2152-9EC31FEE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67ACA9-E1C2-3405-1E7C-4F9B77CF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41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C4144F-BE15-32D5-FFEE-FB5C3807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0DC73E-AB8D-5B87-0BE4-F87F21928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0F0DF1-76EF-B3A9-D298-D57DE19E7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BC9DC-E16B-4D7D-8100-3126877ED31B}" type="datetimeFigureOut">
              <a:rPr kumimoji="1" lang="ja-JP" altLang="en-US" smtClean="0"/>
              <a:t>2024/6/23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016647-953B-8218-5FB3-695D02EBB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C54FA3-0FAE-B281-785B-89F159CEA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D352B-5D8F-4A73-AFCD-541C37E7B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62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8E5B0-5FE7-9212-7627-B82A4D84E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232206-4CB4-0B34-4DF9-9900AFA368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50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コンテンツ プレースホルダー 39">
            <a:extLst>
              <a:ext uri="{FF2B5EF4-FFF2-40B4-BE49-F238E27FC236}">
                <a16:creationId xmlns:a16="http://schemas.microsoft.com/office/drawing/2014/main" id="{ED36DE72-0E73-5C21-FC8D-FDDC3447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8465820" cy="5125403"/>
          </a:xfrm>
        </p:spPr>
        <p:txBody>
          <a:bodyPr>
            <a:normAutofit/>
          </a:bodyPr>
          <a:lstStyle/>
          <a:p>
            <a:r>
              <a:rPr kumimoji="1" lang="ja-JP" altLang="en-US" sz="1800" dirty="0"/>
              <a:t>二月、将軍足利義稙は親征に反対する細川政元を無視し、畠山義豊を討つために河内に出陣した。</a:t>
            </a:r>
            <a:endParaRPr kumimoji="1" lang="en-US" altLang="ja-JP" sz="1800" dirty="0"/>
          </a:p>
          <a:p>
            <a:r>
              <a:rPr lang="ja-JP" altLang="en-US" sz="1800" dirty="0"/>
              <a:t>義稙・政長は正覚寺に、畠山尚順（政長流）は亀井に陣取り、細川義春、赤松政則、大内義興、斯波義寛、武田元信、京極政経らが畠山義豊の籠る誉田城や高屋城に迫った。</a:t>
            </a:r>
            <a:endParaRPr kumimoji="1" lang="ja-JP" altLang="en-US" sz="1800" dirty="0"/>
          </a:p>
          <a:p>
            <a:r>
              <a:rPr lang="ja-JP" altLang="en-US" sz="1800" dirty="0"/>
              <a:t>三月、政元は尼になっていた姉で後の洞松院を還俗させ、赤松政則に嫁がせたうえ、伊勢貞宗を介して義豊方の越智家栄に足利義澄の擁立を通知する。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7CB613C-D318-62A8-F30B-0875231A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</p:spPr>
        <p:txBody>
          <a:bodyPr>
            <a:normAutofit fontScale="90000"/>
          </a:bodyPr>
          <a:lstStyle/>
          <a:p>
            <a:r>
              <a:rPr kumimoji="1" lang="ja-JP" altLang="en-US" sz="3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明応の政変①：</a:t>
            </a:r>
            <a:r>
              <a:rPr kumimoji="1" lang="ja-JP" altLang="en-US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明応二</a:t>
            </a:r>
            <a:r>
              <a:rPr kumimoji="1" lang="en-US" altLang="ja-JP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(1493)</a:t>
            </a:r>
            <a:r>
              <a:rPr kumimoji="1" lang="ja-JP" altLang="en-US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年二月～三月、足利義稙の出陣と政元の暗躍</a:t>
            </a:r>
            <a:endParaRPr kumimoji="1" lang="ja-JP" altLang="en-US" sz="3200" dirty="0">
              <a:effectLst>
                <a:glow rad="139700">
                  <a:schemeClr val="accent6">
                    <a:satMod val="175000"/>
                    <a:alpha val="40000"/>
                  </a:schemeClr>
                </a:glo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8102F1E7-B46D-B593-1D4F-B05452B4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718" y="1110055"/>
            <a:ext cx="2121481" cy="520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32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コンテンツ プレースホルダー 39">
            <a:extLst>
              <a:ext uri="{FF2B5EF4-FFF2-40B4-BE49-F238E27FC236}">
                <a16:creationId xmlns:a16="http://schemas.microsoft.com/office/drawing/2014/main" id="{ED36DE72-0E73-5C21-FC8D-FDDC3447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820400" cy="5125403"/>
          </a:xfrm>
        </p:spPr>
        <p:txBody>
          <a:bodyPr>
            <a:normAutofit/>
          </a:bodyPr>
          <a:lstStyle/>
          <a:p>
            <a:r>
              <a:rPr kumimoji="1" lang="ja-JP" altLang="en-US" sz="1800" dirty="0"/>
              <a:t>政元は挙兵すると足利義澄を擁立、義稙方の大名屋敷や寺社を攻撃した。</a:t>
            </a:r>
            <a:endParaRPr kumimoji="1" lang="en-US" altLang="ja-JP" sz="1800" dirty="0"/>
          </a:p>
          <a:p>
            <a:r>
              <a:rPr lang="ja-JP" altLang="en-US" sz="1800" dirty="0"/>
              <a:t>二十六日ごろ、義豊は誉田城を自焼し高屋城に移るなど、当初は義稙・政長方が優勢であった。</a:t>
            </a:r>
            <a:endParaRPr lang="en-US" altLang="ja-JP" sz="1800" dirty="0"/>
          </a:p>
          <a:p>
            <a:r>
              <a:rPr lang="ja-JP" altLang="en-US" sz="1800" dirty="0"/>
              <a:t>しかし、足利家の事実上の家長である日野富子が政元を支持、さらに後土御門天皇が義澄を従五位下に任じたことで、相次ぐ遠征を負担に感じていた大名が次々離反、義稙の元に残ったのは政長・尚順父子と、大名たちに疎まれていた葉室光忠のみとなった。</a:t>
            </a:r>
            <a:endParaRPr lang="en-US" altLang="ja-JP" sz="1800" dirty="0"/>
          </a:p>
          <a:p>
            <a:r>
              <a:rPr lang="ja-JP" altLang="en-US" sz="1800" dirty="0"/>
              <a:t>政元は有力内衆の上原元秀や安富元家などを出陣させる。政長は正覚寺を要塞化し、紀伊根来衆などの援軍を待つ。</a:t>
            </a:r>
            <a:endParaRPr lang="en-US" altLang="ja-JP" sz="1800" dirty="0"/>
          </a:p>
          <a:p>
            <a:r>
              <a:rPr lang="ja-JP" altLang="en-US" sz="1800" dirty="0"/>
              <a:t>だが、元秀らは正覚寺を兵糧攻めにし、赤松政則が根来衆を破ったこととで勝敗が決した。</a:t>
            </a:r>
            <a:endParaRPr lang="en-US" altLang="ja-JP" sz="1800" dirty="0"/>
          </a:p>
          <a:p>
            <a:r>
              <a:rPr lang="ja-JP" altLang="en-US" sz="1800" dirty="0"/>
              <a:t>元秀や義豊が総攻撃をかけると、翌日に政長は自害、尚順は紀伊に落ち延び、義稙・光忠は捕縛されるが、光忠は後に殺害され、義稙は元秀に預けられた。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7CB613C-D318-62A8-F30B-0875231A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</p:spPr>
        <p:txBody>
          <a:bodyPr>
            <a:normAutofit fontScale="90000"/>
          </a:bodyPr>
          <a:lstStyle/>
          <a:p>
            <a:r>
              <a:rPr kumimoji="1" lang="ja-JP" altLang="en-US" sz="3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明応の政変</a:t>
            </a:r>
            <a:r>
              <a:rPr lang="ja-JP" altLang="en-US" sz="3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②</a:t>
            </a:r>
            <a:r>
              <a:rPr kumimoji="1" lang="ja-JP" altLang="en-US" sz="3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：</a:t>
            </a:r>
            <a:r>
              <a:rPr kumimoji="1" lang="ja-JP" altLang="en-US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明応二</a:t>
            </a:r>
            <a:r>
              <a:rPr kumimoji="1" lang="en-US" altLang="ja-JP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(1493)</a:t>
            </a:r>
            <a:r>
              <a:rPr kumimoji="1" lang="ja-JP" altLang="en-US" sz="2200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年四月二十二日、細川政元の挙兵</a:t>
            </a:r>
            <a:endParaRPr kumimoji="1" lang="ja-JP" altLang="en-US" sz="3200" dirty="0">
              <a:effectLst>
                <a:glow rad="139700">
                  <a:schemeClr val="accent6">
                    <a:satMod val="175000"/>
                    <a:alpha val="40000"/>
                  </a:schemeClr>
                </a:glo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34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385</Words>
  <Application>Microsoft Office PowerPoint</Application>
  <PresentationFormat>ワイド画面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HGS創英角ｺﾞｼｯｸUB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明応の政変①：明応二(1493)年二月～三月、足利義稙の出陣と政元の暗躍</vt:lpstr>
      <vt:lpstr>明応の政変②：明応二(1493)年四月二十二日、細川政元の挙兵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敦 坂井</dc:creator>
  <cp:lastModifiedBy>敦 坂井</cp:lastModifiedBy>
  <cp:revision>1</cp:revision>
  <dcterms:created xsi:type="dcterms:W3CDTF">2024-06-23T09:34:19Z</dcterms:created>
  <dcterms:modified xsi:type="dcterms:W3CDTF">2024-06-23T12:01:49Z</dcterms:modified>
</cp:coreProperties>
</file>